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75213"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587E0C-A909-4B33-AAEC-C8FE2898D1D6}" v="2" dt="2021-09-27T10:48:11.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1973" y="8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White" userId="85e06418-59bd-47e0-a045-7cb64a79f74f" providerId="ADAL" clId="{E4587E0C-A909-4B33-AAEC-C8FE2898D1D6}"/>
    <pc:docChg chg="modSld">
      <pc:chgData name="Jonathan White" userId="85e06418-59bd-47e0-a045-7cb64a79f74f" providerId="ADAL" clId="{E4587E0C-A909-4B33-AAEC-C8FE2898D1D6}" dt="2021-09-27T10:48:55.689" v="45" actId="1038"/>
      <pc:docMkLst>
        <pc:docMk/>
      </pc:docMkLst>
      <pc:sldChg chg="addSp modSp mod">
        <pc:chgData name="Jonathan White" userId="85e06418-59bd-47e0-a045-7cb64a79f74f" providerId="ADAL" clId="{E4587E0C-A909-4B33-AAEC-C8FE2898D1D6}" dt="2021-09-27T10:48:55.689" v="45" actId="1038"/>
        <pc:sldMkLst>
          <pc:docMk/>
          <pc:sldMk cId="3527676133" sldId="256"/>
        </pc:sldMkLst>
        <pc:spChg chg="mod">
          <ac:chgData name="Jonathan White" userId="85e06418-59bd-47e0-a045-7cb64a79f74f" providerId="ADAL" clId="{E4587E0C-A909-4B33-AAEC-C8FE2898D1D6}" dt="2021-09-27T10:48:55.689" v="45" actId="1038"/>
          <ac:spMkLst>
            <pc:docMk/>
            <pc:sldMk cId="3527676133" sldId="256"/>
            <ac:spMk id="10" creationId="{69BA5F24-787C-44AE-908F-B619A20C120C}"/>
          </ac:spMkLst>
        </pc:spChg>
        <pc:spChg chg="mod">
          <ac:chgData name="Jonathan White" userId="85e06418-59bd-47e0-a045-7cb64a79f74f" providerId="ADAL" clId="{E4587E0C-A909-4B33-AAEC-C8FE2898D1D6}" dt="2021-09-27T10:48:55.689" v="45" actId="1038"/>
          <ac:spMkLst>
            <pc:docMk/>
            <pc:sldMk cId="3527676133" sldId="256"/>
            <ac:spMk id="11" creationId="{8DC5D838-27F2-4B38-925B-C678D6555772}"/>
          </ac:spMkLst>
        </pc:spChg>
        <pc:spChg chg="mod">
          <ac:chgData name="Jonathan White" userId="85e06418-59bd-47e0-a045-7cb64a79f74f" providerId="ADAL" clId="{E4587E0C-A909-4B33-AAEC-C8FE2898D1D6}" dt="2021-09-27T10:48:55.689" v="45" actId="1038"/>
          <ac:spMkLst>
            <pc:docMk/>
            <pc:sldMk cId="3527676133" sldId="256"/>
            <ac:spMk id="12" creationId="{0EB231AF-9096-4646-81B1-3F5BBFA44D34}"/>
          </ac:spMkLst>
        </pc:spChg>
        <pc:spChg chg="mod">
          <ac:chgData name="Jonathan White" userId="85e06418-59bd-47e0-a045-7cb64a79f74f" providerId="ADAL" clId="{E4587E0C-A909-4B33-AAEC-C8FE2898D1D6}" dt="2021-09-27T10:48:43.194" v="28" actId="1076"/>
          <ac:spMkLst>
            <pc:docMk/>
            <pc:sldMk cId="3527676133" sldId="256"/>
            <ac:spMk id="13" creationId="{E2139A99-734D-492D-A2B4-ABC6F3A46758}"/>
          </ac:spMkLst>
        </pc:spChg>
        <pc:spChg chg="mod">
          <ac:chgData name="Jonathan White" userId="85e06418-59bd-47e0-a045-7cb64a79f74f" providerId="ADAL" clId="{E4587E0C-A909-4B33-AAEC-C8FE2898D1D6}" dt="2021-09-27T10:48:50.113" v="29" actId="1076"/>
          <ac:spMkLst>
            <pc:docMk/>
            <pc:sldMk cId="3527676133" sldId="256"/>
            <ac:spMk id="14" creationId="{29471E64-3B9C-4ECE-8C5C-623E3B8AA5F1}"/>
          </ac:spMkLst>
        </pc:spChg>
        <pc:spChg chg="mod">
          <ac:chgData name="Jonathan White" userId="85e06418-59bd-47e0-a045-7cb64a79f74f" providerId="ADAL" clId="{E4587E0C-A909-4B33-AAEC-C8FE2898D1D6}" dt="2021-09-27T10:48:30.624" v="27" actId="1076"/>
          <ac:spMkLst>
            <pc:docMk/>
            <pc:sldMk cId="3527676133" sldId="256"/>
            <ac:spMk id="19" creationId="{5B50A179-7B9A-4987-A17A-B2BA2FD57E22}"/>
          </ac:spMkLst>
        </pc:spChg>
        <pc:spChg chg="mod">
          <ac:chgData name="Jonathan White" userId="85e06418-59bd-47e0-a045-7cb64a79f74f" providerId="ADAL" clId="{E4587E0C-A909-4B33-AAEC-C8FE2898D1D6}" dt="2021-09-27T10:48:30.624" v="27" actId="1076"/>
          <ac:spMkLst>
            <pc:docMk/>
            <pc:sldMk cId="3527676133" sldId="256"/>
            <ac:spMk id="20" creationId="{D8D1FE95-39F4-4D38-B2EF-53232BFBC6D7}"/>
          </ac:spMkLst>
        </pc:spChg>
        <pc:spChg chg="add mod">
          <ac:chgData name="Jonathan White" userId="85e06418-59bd-47e0-a045-7cb64a79f74f" providerId="ADAL" clId="{E4587E0C-A909-4B33-AAEC-C8FE2898D1D6}" dt="2021-09-27T10:47:46.617" v="1" actId="1076"/>
          <ac:spMkLst>
            <pc:docMk/>
            <pc:sldMk cId="3527676133" sldId="256"/>
            <ac:spMk id="24" creationId="{CC7AA43E-169E-4584-BD61-1564EB886BA4}"/>
          </ac:spMkLst>
        </pc:spChg>
        <pc:spChg chg="add mod">
          <ac:chgData name="Jonathan White" userId="85e06418-59bd-47e0-a045-7cb64a79f74f" providerId="ADAL" clId="{E4587E0C-A909-4B33-AAEC-C8FE2898D1D6}" dt="2021-09-27T10:48:19.052" v="26" actId="1076"/>
          <ac:spMkLst>
            <pc:docMk/>
            <pc:sldMk cId="3527676133" sldId="256"/>
            <ac:spMk id="25" creationId="{4D204FDE-6B7C-493E-B33F-71E6F2C28506}"/>
          </ac:spMkLst>
        </pc:spChg>
        <pc:spChg chg="add mod">
          <ac:chgData name="Jonathan White" userId="85e06418-59bd-47e0-a045-7cb64a79f74f" providerId="ADAL" clId="{E4587E0C-A909-4B33-AAEC-C8FE2898D1D6}" dt="2021-09-27T10:48:19.052" v="26" actId="1076"/>
          <ac:spMkLst>
            <pc:docMk/>
            <pc:sldMk cId="3527676133" sldId="256"/>
            <ac:spMk id="26" creationId="{E7B24A34-D6DD-4B29-ACC3-A1E122AA648B}"/>
          </ac:spMkLst>
        </pc:spChg>
        <pc:picChg chg="add mod">
          <ac:chgData name="Jonathan White" userId="85e06418-59bd-47e0-a045-7cb64a79f74f" providerId="ADAL" clId="{E4587E0C-A909-4B33-AAEC-C8FE2898D1D6}" dt="2021-09-27T10:47:46.617" v="1" actId="1076"/>
          <ac:picMkLst>
            <pc:docMk/>
            <pc:sldMk cId="3527676133" sldId="256"/>
            <ac:picMk id="22" creationId="{3240336A-E74F-49A9-86DC-8EF5CEE144E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3499590"/>
            <a:ext cx="25733931" cy="7444669"/>
          </a:xfrm>
        </p:spPr>
        <p:txBody>
          <a:bodyPr anchor="b"/>
          <a:lstStyle>
            <a:lvl1pPr algn="ctr">
              <a:defRPr sz="18709"/>
            </a:lvl1pPr>
          </a:lstStyle>
          <a:p>
            <a:r>
              <a:rPr lang="en-US"/>
              <a:t>Click to edit Master title style</a:t>
            </a:r>
            <a:endParaRPr lang="en-US" dirty="0"/>
          </a:p>
        </p:txBody>
      </p:sp>
      <p:sp>
        <p:nvSpPr>
          <p:cNvPr id="3" name="Subtitle 2"/>
          <p:cNvSpPr>
            <a:spLocks noGrp="1"/>
          </p:cNvSpPr>
          <p:nvPr>
            <p:ph type="subTitle" idx="1"/>
          </p:nvPr>
        </p:nvSpPr>
        <p:spPr>
          <a:xfrm>
            <a:off x="3784402" y="11231355"/>
            <a:ext cx="22706410" cy="5162758"/>
          </a:xfrm>
        </p:spPr>
        <p:txBody>
          <a:bodyPr/>
          <a:lstStyle>
            <a:lvl1pPr marL="0" indent="0" algn="ctr">
              <a:buNone/>
              <a:defRPr sz="7483"/>
            </a:lvl1pPr>
            <a:lvl2pPr marL="1425595" indent="0" algn="ctr">
              <a:buNone/>
              <a:defRPr sz="6236"/>
            </a:lvl2pPr>
            <a:lvl3pPr marL="2851191" indent="0" algn="ctr">
              <a:buNone/>
              <a:defRPr sz="5613"/>
            </a:lvl3pPr>
            <a:lvl4pPr marL="4276786" indent="0" algn="ctr">
              <a:buNone/>
              <a:defRPr sz="4989"/>
            </a:lvl4pPr>
            <a:lvl5pPr marL="5702381" indent="0" algn="ctr">
              <a:buNone/>
              <a:defRPr sz="4989"/>
            </a:lvl5pPr>
            <a:lvl6pPr marL="7127977" indent="0" algn="ctr">
              <a:buNone/>
              <a:defRPr sz="4989"/>
            </a:lvl6pPr>
            <a:lvl7pPr marL="8553572" indent="0" algn="ctr">
              <a:buNone/>
              <a:defRPr sz="4989"/>
            </a:lvl7pPr>
            <a:lvl8pPr marL="9979167" indent="0" algn="ctr">
              <a:buNone/>
              <a:defRPr sz="4989"/>
            </a:lvl8pPr>
            <a:lvl9pPr marL="11404763" indent="0" algn="ctr">
              <a:buNone/>
              <a:defRPr sz="498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3186104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79900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5331063"/>
            <a:ext cx="26112371" cy="8894992"/>
          </a:xfrm>
        </p:spPr>
        <p:txBody>
          <a:bodyPr anchor="b"/>
          <a:lstStyle>
            <a:lvl1pPr>
              <a:defRPr sz="18709"/>
            </a:lvl1pPr>
          </a:lstStyle>
          <a:p>
            <a:r>
              <a:rPr lang="en-US"/>
              <a:t>Click to edit Master title style</a:t>
            </a:r>
            <a:endParaRPr lang="en-US" dirty="0"/>
          </a:p>
        </p:txBody>
      </p:sp>
      <p:sp>
        <p:nvSpPr>
          <p:cNvPr id="3" name="Text Placeholder 2"/>
          <p:cNvSpPr>
            <a:spLocks noGrp="1"/>
          </p:cNvSpPr>
          <p:nvPr>
            <p:ph type="body" idx="1"/>
          </p:nvPr>
        </p:nvSpPr>
        <p:spPr>
          <a:xfrm>
            <a:off x="2065654" y="14310205"/>
            <a:ext cx="26112371" cy="4677666"/>
          </a:xfrm>
        </p:spPr>
        <p:txBody>
          <a:bodyPr/>
          <a:lstStyle>
            <a:lvl1pPr marL="0" indent="0">
              <a:buNone/>
              <a:defRPr sz="7483">
                <a:solidFill>
                  <a:schemeClr val="tx1"/>
                </a:solidFill>
              </a:defRPr>
            </a:lvl1pPr>
            <a:lvl2pPr marL="1425595" indent="0">
              <a:buNone/>
              <a:defRPr sz="6236">
                <a:solidFill>
                  <a:schemeClr val="tx1">
                    <a:tint val="75000"/>
                  </a:schemeClr>
                </a:solidFill>
              </a:defRPr>
            </a:lvl2pPr>
            <a:lvl3pPr marL="2851191" indent="0">
              <a:buNone/>
              <a:defRPr sz="5613">
                <a:solidFill>
                  <a:schemeClr val="tx1">
                    <a:tint val="75000"/>
                  </a:schemeClr>
                </a:solidFill>
              </a:defRPr>
            </a:lvl3pPr>
            <a:lvl4pPr marL="4276786" indent="0">
              <a:buNone/>
              <a:defRPr sz="4989">
                <a:solidFill>
                  <a:schemeClr val="tx1">
                    <a:tint val="75000"/>
                  </a:schemeClr>
                </a:solidFill>
              </a:defRPr>
            </a:lvl4pPr>
            <a:lvl5pPr marL="5702381" indent="0">
              <a:buNone/>
              <a:defRPr sz="4989">
                <a:solidFill>
                  <a:schemeClr val="tx1">
                    <a:tint val="75000"/>
                  </a:schemeClr>
                </a:solidFill>
              </a:defRPr>
            </a:lvl5pPr>
            <a:lvl6pPr marL="7127977" indent="0">
              <a:buNone/>
              <a:defRPr sz="4989">
                <a:solidFill>
                  <a:schemeClr val="tx1">
                    <a:tint val="75000"/>
                  </a:schemeClr>
                </a:solidFill>
              </a:defRPr>
            </a:lvl6pPr>
            <a:lvl7pPr marL="8553572" indent="0">
              <a:buNone/>
              <a:defRPr sz="4989">
                <a:solidFill>
                  <a:schemeClr val="tx1">
                    <a:tint val="75000"/>
                  </a:schemeClr>
                </a:solidFill>
              </a:defRPr>
            </a:lvl7pPr>
            <a:lvl8pPr marL="9979167" indent="0">
              <a:buNone/>
              <a:defRPr sz="4989">
                <a:solidFill>
                  <a:schemeClr val="tx1">
                    <a:tint val="75000"/>
                  </a:schemeClr>
                </a:solidFill>
              </a:defRPr>
            </a:lvl8pPr>
            <a:lvl9pPr marL="11404763" indent="0">
              <a:buNone/>
              <a:defRPr sz="498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09615FF-C1AD-4C39-96B2-5B4D7F33D7E0}" type="datetimeFigureOut">
              <a:rPr lang="en-GB" smtClean="0"/>
              <a:t>02/02/2026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4191938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5692400"/>
            <a:ext cx="12866966" cy="13567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5692400"/>
            <a:ext cx="12866966" cy="13567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9615FF-C1AD-4C39-96B2-5B4D7F33D7E0}" type="datetimeFigureOut">
              <a:rPr lang="en-GB" smtClean="0"/>
              <a:t>02/02/2026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034679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138485"/>
            <a:ext cx="26112371" cy="41331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5241960"/>
            <a:ext cx="12807832"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Edit Master text styles</a:t>
            </a:r>
          </a:p>
        </p:txBody>
      </p:sp>
      <p:sp>
        <p:nvSpPr>
          <p:cNvPr id="4" name="Content Placeholder 3"/>
          <p:cNvSpPr>
            <a:spLocks noGrp="1"/>
          </p:cNvSpPr>
          <p:nvPr>
            <p:ph sz="half" idx="2"/>
          </p:nvPr>
        </p:nvSpPr>
        <p:spPr>
          <a:xfrm>
            <a:off x="2085368" y="7810963"/>
            <a:ext cx="12807832" cy="114887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5241960"/>
            <a:ext cx="12870909"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Edit Master text styles</a:t>
            </a:r>
          </a:p>
        </p:txBody>
      </p:sp>
      <p:sp>
        <p:nvSpPr>
          <p:cNvPr id="6" name="Content Placeholder 5"/>
          <p:cNvSpPr>
            <a:spLocks noGrp="1"/>
          </p:cNvSpPr>
          <p:nvPr>
            <p:ph sz="quarter" idx="4"/>
          </p:nvPr>
        </p:nvSpPr>
        <p:spPr>
          <a:xfrm>
            <a:off x="15326828" y="7810963"/>
            <a:ext cx="12870909" cy="114887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9615FF-C1AD-4C39-96B2-5B4D7F33D7E0}" type="datetimeFigureOut">
              <a:rPr lang="en-GB" smtClean="0"/>
              <a:t>02/02/2026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591823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9615FF-C1AD-4C39-96B2-5B4D7F33D7E0}" type="datetimeFigureOut">
              <a:rPr lang="en-GB" smtClean="0"/>
              <a:t>02/02/2026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253630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9615FF-C1AD-4C39-96B2-5B4D7F33D7E0}" type="datetimeFigureOut">
              <a:rPr lang="en-GB" smtClean="0"/>
              <a:t>02/02/2026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2583003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US"/>
              <a:t>Click to edit Master title style</a:t>
            </a:r>
            <a:endParaRPr lang="en-US" dirty="0"/>
          </a:p>
        </p:txBody>
      </p:sp>
      <p:sp>
        <p:nvSpPr>
          <p:cNvPr id="3" name="Content Placeholder 2"/>
          <p:cNvSpPr>
            <a:spLocks noGrp="1"/>
          </p:cNvSpPr>
          <p:nvPr>
            <p:ph idx="1"/>
          </p:nvPr>
        </p:nvSpPr>
        <p:spPr>
          <a:xfrm>
            <a:off x="12870909" y="3078850"/>
            <a:ext cx="15326827" cy="15196234"/>
          </a:xfrm>
        </p:spPr>
        <p:txBody>
          <a:bodyPr/>
          <a:lstStyle>
            <a:lvl1pPr>
              <a:defRPr sz="9978"/>
            </a:lvl1pPr>
            <a:lvl2pPr>
              <a:defRPr sz="8731"/>
            </a:lvl2pPr>
            <a:lvl3pPr>
              <a:defRPr sz="7483"/>
            </a:lvl3pPr>
            <a:lvl4pPr>
              <a:defRPr sz="6236"/>
            </a:lvl4pPr>
            <a:lvl5pPr>
              <a:defRPr sz="6236"/>
            </a:lvl5pPr>
            <a:lvl6pPr>
              <a:defRPr sz="6236"/>
            </a:lvl6pPr>
            <a:lvl7pPr>
              <a:defRPr sz="6236"/>
            </a:lvl7pPr>
            <a:lvl8pPr>
              <a:defRPr sz="6236"/>
            </a:lvl8pPr>
            <a:lvl9pPr>
              <a:defRPr sz="6236"/>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Edit Master text styles</a:t>
            </a:r>
          </a:p>
        </p:txBody>
      </p:sp>
      <p:sp>
        <p:nvSpPr>
          <p:cNvPr id="5" name="Date Placeholder 4"/>
          <p:cNvSpPr>
            <a:spLocks noGrp="1"/>
          </p:cNvSpPr>
          <p:nvPr>
            <p:ph type="dt" sz="half" idx="10"/>
          </p:nvPr>
        </p:nvSpPr>
        <p:spPr/>
        <p:txBody>
          <a:bodyPr/>
          <a:lstStyle/>
          <a:p>
            <a:fld id="{A09615FF-C1AD-4C39-96B2-5B4D7F33D7E0}" type="datetimeFigureOut">
              <a:rPr lang="en-GB" smtClean="0"/>
              <a:t>02/02/2026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301331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3078850"/>
            <a:ext cx="15326827" cy="15196234"/>
          </a:xfrm>
        </p:spPr>
        <p:txBody>
          <a:bodyPr anchor="t"/>
          <a:lstStyle>
            <a:lvl1pPr marL="0" indent="0">
              <a:buNone/>
              <a:defRPr sz="9978"/>
            </a:lvl1pPr>
            <a:lvl2pPr marL="1425595" indent="0">
              <a:buNone/>
              <a:defRPr sz="8731"/>
            </a:lvl2pPr>
            <a:lvl3pPr marL="2851191" indent="0">
              <a:buNone/>
              <a:defRPr sz="7483"/>
            </a:lvl3pPr>
            <a:lvl4pPr marL="4276786" indent="0">
              <a:buNone/>
              <a:defRPr sz="6236"/>
            </a:lvl4pPr>
            <a:lvl5pPr marL="5702381" indent="0">
              <a:buNone/>
              <a:defRPr sz="6236"/>
            </a:lvl5pPr>
            <a:lvl6pPr marL="7127977" indent="0">
              <a:buNone/>
              <a:defRPr sz="6236"/>
            </a:lvl6pPr>
            <a:lvl7pPr marL="8553572" indent="0">
              <a:buNone/>
              <a:defRPr sz="6236"/>
            </a:lvl7pPr>
            <a:lvl8pPr marL="9979167" indent="0">
              <a:buNone/>
              <a:defRPr sz="6236"/>
            </a:lvl8pPr>
            <a:lvl9pPr marL="11404763" indent="0">
              <a:buNone/>
              <a:defRPr sz="6236"/>
            </a:lvl9pPr>
          </a:lstStyle>
          <a:p>
            <a:r>
              <a:rPr lang="en-US"/>
              <a:t>Click icon to add picture</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Edit Master text styles</a:t>
            </a:r>
          </a:p>
        </p:txBody>
      </p:sp>
      <p:sp>
        <p:nvSpPr>
          <p:cNvPr id="5" name="Date Placeholder 4"/>
          <p:cNvSpPr>
            <a:spLocks noGrp="1"/>
          </p:cNvSpPr>
          <p:nvPr>
            <p:ph type="dt" sz="half" idx="10"/>
          </p:nvPr>
        </p:nvSpPr>
        <p:spPr/>
        <p:txBody>
          <a:bodyPr/>
          <a:lstStyle/>
          <a:p>
            <a:fld id="{A09615FF-C1AD-4C39-96B2-5B4D7F33D7E0}" type="datetimeFigureOut">
              <a:rPr lang="en-GB" smtClean="0"/>
              <a:t>02/02/2026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024129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65919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1138480"/>
            <a:ext cx="6528093" cy="181216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1138480"/>
            <a:ext cx="19205838" cy="181216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366808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1138485"/>
            <a:ext cx="26112371" cy="413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5692400"/>
            <a:ext cx="26112371" cy="13567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19819457"/>
            <a:ext cx="6811923" cy="1138480"/>
          </a:xfrm>
          <a:prstGeom prst="rect">
            <a:avLst/>
          </a:prstGeom>
        </p:spPr>
        <p:txBody>
          <a:bodyPr vert="horz" lIns="91440" tIns="45720" rIns="91440" bIns="45720" rtlCol="0" anchor="ctr"/>
          <a:lstStyle>
            <a:lvl1pPr algn="l">
              <a:defRPr sz="3742">
                <a:solidFill>
                  <a:schemeClr val="tx1">
                    <a:tint val="75000"/>
                  </a:schemeClr>
                </a:solidFill>
              </a:defRPr>
            </a:lvl1pPr>
          </a:lstStyle>
          <a:p>
            <a:fld id="{A09615FF-C1AD-4C39-96B2-5B4D7F33D7E0}" type="datetimeFigureOut">
              <a:rPr lang="en-GB" smtClean="0"/>
              <a:t>02/02/2026</a:t>
            </a:fld>
            <a:endParaRPr lang="en-GB"/>
          </a:p>
        </p:txBody>
      </p:sp>
      <p:sp>
        <p:nvSpPr>
          <p:cNvPr id="5" name="Footer Placeholder 4"/>
          <p:cNvSpPr>
            <a:spLocks noGrp="1"/>
          </p:cNvSpPr>
          <p:nvPr>
            <p:ph type="ftr" sz="quarter" idx="3"/>
          </p:nvPr>
        </p:nvSpPr>
        <p:spPr>
          <a:xfrm>
            <a:off x="10028665" y="19819457"/>
            <a:ext cx="10217884" cy="1138480"/>
          </a:xfrm>
          <a:prstGeom prst="rect">
            <a:avLst/>
          </a:prstGeom>
        </p:spPr>
        <p:txBody>
          <a:bodyPr vert="horz" lIns="91440" tIns="45720" rIns="91440" bIns="45720" rtlCol="0" anchor="ctr"/>
          <a:lstStyle>
            <a:lvl1pPr algn="ctr">
              <a:defRPr sz="3742">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19819457"/>
            <a:ext cx="6811923" cy="1138480"/>
          </a:xfrm>
          <a:prstGeom prst="rect">
            <a:avLst/>
          </a:prstGeom>
        </p:spPr>
        <p:txBody>
          <a:bodyPr vert="horz" lIns="91440" tIns="45720" rIns="91440" bIns="45720" rtlCol="0" anchor="ctr"/>
          <a:lstStyle>
            <a:lvl1pPr algn="r">
              <a:defRPr sz="3742">
                <a:solidFill>
                  <a:schemeClr val="tx1">
                    <a:tint val="75000"/>
                  </a:schemeClr>
                </a:solidFill>
              </a:defRPr>
            </a:lvl1pPr>
          </a:lstStyle>
          <a:p>
            <a:fld id="{8E29470E-1902-4A04-B057-E00266831377}" type="slidenum">
              <a:rPr lang="en-GB" smtClean="0"/>
              <a:t>‹#›</a:t>
            </a:fld>
            <a:endParaRPr lang="en-GB"/>
          </a:p>
        </p:txBody>
      </p:sp>
    </p:spTree>
    <p:extLst>
      <p:ext uri="{BB962C8B-B14F-4D97-AF65-F5344CB8AC3E}">
        <p14:creationId xmlns:p14="http://schemas.microsoft.com/office/powerpoint/2010/main" val="35521967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851191" rtl="0" eaLnBrk="1" latinLnBrk="0" hangingPunct="1">
        <a:lnSpc>
          <a:spcPct val="90000"/>
        </a:lnSpc>
        <a:spcBef>
          <a:spcPct val="0"/>
        </a:spcBef>
        <a:buNone/>
        <a:defRPr sz="13720" kern="1200">
          <a:solidFill>
            <a:schemeClr val="tx1"/>
          </a:solidFill>
          <a:latin typeface="+mj-lt"/>
          <a:ea typeface="+mj-ea"/>
          <a:cs typeface="+mj-cs"/>
        </a:defRPr>
      </a:lvl1pPr>
    </p:titleStyle>
    <p:bodyStyle>
      <a:lvl1pPr marL="712798" indent="-712798" algn="l" defTabSz="2851191" rtl="0" eaLnBrk="1" latinLnBrk="0" hangingPunct="1">
        <a:lnSpc>
          <a:spcPct val="90000"/>
        </a:lnSpc>
        <a:spcBef>
          <a:spcPts val="3118"/>
        </a:spcBef>
        <a:buFont typeface="Arial" panose="020B0604020202020204" pitchFamily="34" charset="0"/>
        <a:buChar char="•"/>
        <a:defRPr sz="8731" kern="1200">
          <a:solidFill>
            <a:schemeClr val="tx1"/>
          </a:solidFill>
          <a:latin typeface="+mn-lt"/>
          <a:ea typeface="+mn-ea"/>
          <a:cs typeface="+mn-cs"/>
        </a:defRPr>
      </a:lvl1pPr>
      <a:lvl2pPr marL="2138393" indent="-712798" algn="l" defTabSz="2851191" rtl="0" eaLnBrk="1" latinLnBrk="0" hangingPunct="1">
        <a:lnSpc>
          <a:spcPct val="90000"/>
        </a:lnSpc>
        <a:spcBef>
          <a:spcPts val="1559"/>
        </a:spcBef>
        <a:buFont typeface="Arial" panose="020B0604020202020204" pitchFamily="34" charset="0"/>
        <a:buChar char="•"/>
        <a:defRPr sz="7483" kern="1200">
          <a:solidFill>
            <a:schemeClr val="tx1"/>
          </a:solidFill>
          <a:latin typeface="+mn-lt"/>
          <a:ea typeface="+mn-ea"/>
          <a:cs typeface="+mn-cs"/>
        </a:defRPr>
      </a:lvl2pPr>
      <a:lvl3pPr marL="3563988" indent="-712798" algn="l" defTabSz="2851191" rtl="0" eaLnBrk="1" latinLnBrk="0" hangingPunct="1">
        <a:lnSpc>
          <a:spcPct val="90000"/>
        </a:lnSpc>
        <a:spcBef>
          <a:spcPts val="1559"/>
        </a:spcBef>
        <a:buFont typeface="Arial" panose="020B0604020202020204" pitchFamily="34" charset="0"/>
        <a:buChar char="•"/>
        <a:defRPr sz="6236" kern="1200">
          <a:solidFill>
            <a:schemeClr val="tx1"/>
          </a:solidFill>
          <a:latin typeface="+mn-lt"/>
          <a:ea typeface="+mn-ea"/>
          <a:cs typeface="+mn-cs"/>
        </a:defRPr>
      </a:lvl3pPr>
      <a:lvl4pPr marL="498958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4pPr>
      <a:lvl5pPr marL="6415179"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5pPr>
      <a:lvl6pPr marL="784077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6pPr>
      <a:lvl7pPr marL="926637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7pPr>
      <a:lvl8pPr marL="10691965"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8pPr>
      <a:lvl9pPr marL="1211756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9pPr>
    </p:bodyStyle>
    <p:otherStyle>
      <a:defPPr>
        <a:defRPr lang="en-US"/>
      </a:defPPr>
      <a:lvl1pPr marL="0" algn="l" defTabSz="2851191" rtl="0" eaLnBrk="1" latinLnBrk="0" hangingPunct="1">
        <a:defRPr sz="5613" kern="1200">
          <a:solidFill>
            <a:schemeClr val="tx1"/>
          </a:solidFill>
          <a:latin typeface="+mn-lt"/>
          <a:ea typeface="+mn-ea"/>
          <a:cs typeface="+mn-cs"/>
        </a:defRPr>
      </a:lvl1pPr>
      <a:lvl2pPr marL="1425595" algn="l" defTabSz="2851191" rtl="0" eaLnBrk="1" latinLnBrk="0" hangingPunct="1">
        <a:defRPr sz="5613" kern="1200">
          <a:solidFill>
            <a:schemeClr val="tx1"/>
          </a:solidFill>
          <a:latin typeface="+mn-lt"/>
          <a:ea typeface="+mn-ea"/>
          <a:cs typeface="+mn-cs"/>
        </a:defRPr>
      </a:lvl2pPr>
      <a:lvl3pPr marL="2851191" algn="l" defTabSz="2851191" rtl="0" eaLnBrk="1" latinLnBrk="0" hangingPunct="1">
        <a:defRPr sz="5613" kern="1200">
          <a:solidFill>
            <a:schemeClr val="tx1"/>
          </a:solidFill>
          <a:latin typeface="+mn-lt"/>
          <a:ea typeface="+mn-ea"/>
          <a:cs typeface="+mn-cs"/>
        </a:defRPr>
      </a:lvl3pPr>
      <a:lvl4pPr marL="4276786" algn="l" defTabSz="2851191" rtl="0" eaLnBrk="1" latinLnBrk="0" hangingPunct="1">
        <a:defRPr sz="5613" kern="1200">
          <a:solidFill>
            <a:schemeClr val="tx1"/>
          </a:solidFill>
          <a:latin typeface="+mn-lt"/>
          <a:ea typeface="+mn-ea"/>
          <a:cs typeface="+mn-cs"/>
        </a:defRPr>
      </a:lvl4pPr>
      <a:lvl5pPr marL="5702381" algn="l" defTabSz="2851191" rtl="0" eaLnBrk="1" latinLnBrk="0" hangingPunct="1">
        <a:defRPr sz="5613" kern="1200">
          <a:solidFill>
            <a:schemeClr val="tx1"/>
          </a:solidFill>
          <a:latin typeface="+mn-lt"/>
          <a:ea typeface="+mn-ea"/>
          <a:cs typeface="+mn-cs"/>
        </a:defRPr>
      </a:lvl5pPr>
      <a:lvl6pPr marL="7127977" algn="l" defTabSz="2851191" rtl="0" eaLnBrk="1" latinLnBrk="0" hangingPunct="1">
        <a:defRPr sz="5613" kern="1200">
          <a:solidFill>
            <a:schemeClr val="tx1"/>
          </a:solidFill>
          <a:latin typeface="+mn-lt"/>
          <a:ea typeface="+mn-ea"/>
          <a:cs typeface="+mn-cs"/>
        </a:defRPr>
      </a:lvl6pPr>
      <a:lvl7pPr marL="8553572" algn="l" defTabSz="2851191" rtl="0" eaLnBrk="1" latinLnBrk="0" hangingPunct="1">
        <a:defRPr sz="5613" kern="1200">
          <a:solidFill>
            <a:schemeClr val="tx1"/>
          </a:solidFill>
          <a:latin typeface="+mn-lt"/>
          <a:ea typeface="+mn-ea"/>
          <a:cs typeface="+mn-cs"/>
        </a:defRPr>
      </a:lvl7pPr>
      <a:lvl8pPr marL="9979167" algn="l" defTabSz="2851191" rtl="0" eaLnBrk="1" latinLnBrk="0" hangingPunct="1">
        <a:defRPr sz="5613" kern="1200">
          <a:solidFill>
            <a:schemeClr val="tx1"/>
          </a:solidFill>
          <a:latin typeface="+mn-lt"/>
          <a:ea typeface="+mn-ea"/>
          <a:cs typeface="+mn-cs"/>
        </a:defRPr>
      </a:lvl8pPr>
      <a:lvl9pPr marL="11404763" algn="l" defTabSz="2851191" rtl="0" eaLnBrk="1" latinLnBrk="0" hangingPunct="1">
        <a:defRPr sz="56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2F3DE40-F1B5-4977-85B9-1AECC389B896}"/>
              </a:ext>
            </a:extLst>
          </p:cNvPr>
          <p:cNvSpPr txBox="1"/>
          <p:nvPr/>
        </p:nvSpPr>
        <p:spPr>
          <a:xfrm>
            <a:off x="6221124" y="0"/>
            <a:ext cx="10516918" cy="923330"/>
          </a:xfrm>
          <a:prstGeom prst="rect">
            <a:avLst/>
          </a:prstGeom>
          <a:noFill/>
        </p:spPr>
        <p:txBody>
          <a:bodyPr wrap="none" rtlCol="0">
            <a:spAutoFit/>
          </a:bodyPr>
          <a:lstStyle/>
          <a:p>
            <a:r>
              <a:rPr lang="en-GB" sz="5400" dirty="0"/>
              <a:t>UFCFXK-30-3: Digital Systems Project</a:t>
            </a:r>
          </a:p>
        </p:txBody>
      </p:sp>
      <p:pic>
        <p:nvPicPr>
          <p:cNvPr id="8" name="Picture 6" descr="Welcome to UWE Bristol - University of the West of England ...">
            <a:extLst>
              <a:ext uri="{FF2B5EF4-FFF2-40B4-BE49-F238E27FC236}">
                <a16:creationId xmlns:a16="http://schemas.microsoft.com/office/drawing/2014/main" id="{AEE2C9CD-77BB-42E5-B50C-E5AFA99CC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57" y="0"/>
            <a:ext cx="5816411" cy="29082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0246FA-7BB3-460A-BC34-659DB14AA1A0}"/>
              </a:ext>
            </a:extLst>
          </p:cNvPr>
          <p:cNvSpPr txBox="1"/>
          <p:nvPr/>
        </p:nvSpPr>
        <p:spPr>
          <a:xfrm>
            <a:off x="6221125" y="1218417"/>
            <a:ext cx="15008196" cy="1938992"/>
          </a:xfrm>
          <a:prstGeom prst="rect">
            <a:avLst/>
          </a:prstGeom>
          <a:noFill/>
        </p:spPr>
        <p:txBody>
          <a:bodyPr wrap="square" rtlCol="0">
            <a:spAutoFit/>
          </a:bodyPr>
          <a:lstStyle/>
          <a:p>
            <a:r>
              <a:rPr lang="en-GB" sz="4000" dirty="0"/>
              <a:t>Student name: Tran Duy Anh</a:t>
            </a:r>
          </a:p>
          <a:p>
            <a:r>
              <a:rPr lang="en-GB" sz="4000" dirty="0"/>
              <a:t>Project Title: An AI Agent for Job Application Support Using CV Analysis and Retrieval-Augmented Generation</a:t>
            </a:r>
          </a:p>
        </p:txBody>
      </p:sp>
      <p:sp>
        <p:nvSpPr>
          <p:cNvPr id="10" name="Title 1">
            <a:extLst>
              <a:ext uri="{FF2B5EF4-FFF2-40B4-BE49-F238E27FC236}">
                <a16:creationId xmlns:a16="http://schemas.microsoft.com/office/drawing/2014/main" id="{69BA5F24-787C-44AE-908F-B619A20C120C}"/>
              </a:ext>
            </a:extLst>
          </p:cNvPr>
          <p:cNvSpPr txBox="1">
            <a:spLocks/>
          </p:cNvSpPr>
          <p:nvPr/>
        </p:nvSpPr>
        <p:spPr>
          <a:xfrm>
            <a:off x="344458" y="5058834"/>
            <a:ext cx="8801432" cy="2741980"/>
          </a:xfrm>
          <a:prstGeom prst="rect">
            <a:avLst/>
          </a:prstGeom>
        </p:spPr>
        <p:txBody>
          <a:bodyPr vert="horz" lIns="91440" tIns="45720" rIns="91440" bIns="45720" rtlCol="0" anchor="t">
            <a:normAutofit lnSpcReduction="10000"/>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Abstract:</a:t>
            </a:r>
          </a:p>
          <a:p>
            <a:pPr algn="l"/>
            <a:endParaRPr lang="en-GB" sz="2200" dirty="0"/>
          </a:p>
          <a:p>
            <a:pPr algn="l"/>
            <a:r>
              <a:rPr lang="en-GB" sz="2400" dirty="0"/>
              <a:t>This project presents an AI agent that support job seekers by analysing CVs and job descriptions to provide feedback, skill matching and application guidance. Using Retrieval-Augmented Generation (RAG), the system grounds language model outputs in user documents to improve accuracy and reduce hallucinations. The project demonstrates AI agents in recruitment related applications</a:t>
            </a:r>
          </a:p>
        </p:txBody>
      </p:sp>
      <p:sp>
        <p:nvSpPr>
          <p:cNvPr id="11" name="Title 1">
            <a:extLst>
              <a:ext uri="{FF2B5EF4-FFF2-40B4-BE49-F238E27FC236}">
                <a16:creationId xmlns:a16="http://schemas.microsoft.com/office/drawing/2014/main" id="{8DC5D838-27F2-4B38-925B-C678D6555772}"/>
              </a:ext>
            </a:extLst>
          </p:cNvPr>
          <p:cNvSpPr>
            <a:spLocks noGrp="1"/>
          </p:cNvSpPr>
          <p:nvPr>
            <p:ph type="ctrTitle"/>
          </p:nvPr>
        </p:nvSpPr>
        <p:spPr>
          <a:xfrm>
            <a:off x="522491" y="14423549"/>
            <a:ext cx="8442263" cy="6516234"/>
          </a:xfrm>
        </p:spPr>
        <p:txBody>
          <a:bodyPr anchor="t">
            <a:normAutofit/>
          </a:bodyPr>
          <a:lstStyle/>
          <a:p>
            <a:pPr algn="l"/>
            <a:r>
              <a:rPr lang="en-GB" sz="3000" b="1" dirty="0"/>
              <a:t>Research:</a:t>
            </a:r>
            <a:br>
              <a:rPr lang="en-GB" sz="3000" dirty="0"/>
            </a:br>
            <a:br>
              <a:rPr lang="en-GB" sz="2200" dirty="0"/>
            </a:br>
            <a:r>
              <a:rPr lang="en-GB" sz="2400" dirty="0"/>
              <a:t>Automated recruitment and CV screening systems are often criticised for limited transparency, fairness and accountability. While traditional ML models perform well in document classification, they typically operate as black boxes, reducing interpretability and trust. Recent advances in RAG address these issues by grounding model outputs in retrieved documents. Frameworks such as </a:t>
            </a:r>
            <a:r>
              <a:rPr lang="en-GB" sz="2400" dirty="0" err="1"/>
              <a:t>LlamaIndex</a:t>
            </a:r>
            <a:r>
              <a:rPr lang="en-GB" sz="2400" dirty="0"/>
              <a:t> support structured document ingestion and retrieval, enabling more transparent and data driven recruitment systems</a:t>
            </a:r>
            <a:br>
              <a:rPr lang="en-GB" sz="2400" dirty="0"/>
            </a:br>
            <a:br>
              <a:rPr lang="en-GB" sz="2400" dirty="0"/>
            </a:br>
            <a:endParaRPr lang="en-GB" sz="2400" dirty="0"/>
          </a:p>
        </p:txBody>
      </p:sp>
      <p:sp>
        <p:nvSpPr>
          <p:cNvPr id="12" name="Title 1">
            <a:extLst>
              <a:ext uri="{FF2B5EF4-FFF2-40B4-BE49-F238E27FC236}">
                <a16:creationId xmlns:a16="http://schemas.microsoft.com/office/drawing/2014/main" id="{0EB231AF-9096-4646-81B1-3F5BBFA44D34}"/>
              </a:ext>
            </a:extLst>
          </p:cNvPr>
          <p:cNvSpPr txBox="1">
            <a:spLocks/>
          </p:cNvSpPr>
          <p:nvPr/>
        </p:nvSpPr>
        <p:spPr>
          <a:xfrm>
            <a:off x="344458" y="8410977"/>
            <a:ext cx="8801432" cy="5084999"/>
          </a:xfrm>
          <a:prstGeom prst="rect">
            <a:avLst/>
          </a:prstGeom>
        </p:spPr>
        <p:txBody>
          <a:bodyPr vert="horz" lIns="91440" tIns="45720" rIns="91440" bIns="45720" rtlCol="0" anchor="t">
            <a:normAutofit lnSpcReduction="10000"/>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Aims and objectives:</a:t>
            </a:r>
          </a:p>
          <a:p>
            <a:pPr algn="l"/>
            <a:endParaRPr lang="en-GB" sz="2400" dirty="0"/>
          </a:p>
          <a:p>
            <a:pPr algn="l"/>
            <a:r>
              <a:rPr lang="en-GB" sz="2400" dirty="0"/>
              <a:t>Aim:</a:t>
            </a:r>
          </a:p>
          <a:p>
            <a:pPr algn="l"/>
            <a:r>
              <a:rPr lang="en-GB" sz="2400" dirty="0"/>
              <a:t>Design and develop an AI Agent that support job seekers by analysing CVs and job description, providing feedback, skill matching, and application recommendations using LLM</a:t>
            </a:r>
          </a:p>
          <a:p>
            <a:pPr algn="l"/>
            <a:endParaRPr lang="en-GB" sz="2400" dirty="0"/>
          </a:p>
          <a:p>
            <a:pPr algn="l"/>
            <a:r>
              <a:rPr lang="en-GB" sz="2400" dirty="0"/>
              <a:t>Objectives:</a:t>
            </a:r>
          </a:p>
          <a:p>
            <a:pPr marL="342900" indent="-342900" algn="l">
              <a:buFont typeface="Arial" panose="020B0604020202020204" pitchFamily="34" charset="0"/>
              <a:buChar char="•"/>
            </a:pPr>
            <a:r>
              <a:rPr lang="en-GB" sz="2400" dirty="0"/>
              <a:t>Analyse existing AI based recruitment and CV screening approaches</a:t>
            </a:r>
          </a:p>
          <a:p>
            <a:pPr marL="342900" indent="-342900" algn="l">
              <a:buFont typeface="Arial" panose="020B0604020202020204" pitchFamily="34" charset="0"/>
              <a:buChar char="•"/>
            </a:pPr>
            <a:r>
              <a:rPr lang="en-GB" sz="2400" dirty="0"/>
              <a:t>Design a RAG-based system architecture for CV and job description analysis</a:t>
            </a:r>
          </a:p>
          <a:p>
            <a:pPr marL="342900" indent="-342900" algn="l">
              <a:buFont typeface="Arial" panose="020B0604020202020204" pitchFamily="34" charset="0"/>
              <a:buChar char="•"/>
            </a:pPr>
            <a:r>
              <a:rPr lang="en-GB" sz="2400" dirty="0"/>
              <a:t>Implement document ingestion, embedding, and retrieval using a vector database.</a:t>
            </a:r>
          </a:p>
          <a:p>
            <a:pPr marL="342900" indent="-342900" algn="l">
              <a:buFont typeface="Arial" panose="020B0604020202020204" pitchFamily="34" charset="0"/>
              <a:buChar char="•"/>
            </a:pPr>
            <a:r>
              <a:rPr lang="en-GB" sz="2400" dirty="0"/>
              <a:t>Develop an AI agent capable of generating grounded recommendations</a:t>
            </a:r>
          </a:p>
          <a:p>
            <a:pPr marL="342900" indent="-342900" algn="l">
              <a:buFont typeface="Arial" panose="020B0604020202020204" pitchFamily="34" charset="0"/>
              <a:buChar char="•"/>
            </a:pPr>
            <a:r>
              <a:rPr lang="en-GB" sz="2400" dirty="0"/>
              <a:t>Evaluate system accuracy, relevance, and usability</a:t>
            </a:r>
          </a:p>
          <a:p>
            <a:pPr marL="342900" indent="-342900" algn="l">
              <a:buFont typeface="Arial" panose="020B0604020202020204" pitchFamily="34" charset="0"/>
              <a:buChar char="•"/>
            </a:pPr>
            <a:endParaRPr lang="en-GB" sz="2400" dirty="0"/>
          </a:p>
          <a:p>
            <a:pPr algn="l"/>
            <a:endParaRPr lang="en-GB" sz="2400" dirty="0"/>
          </a:p>
          <a:p>
            <a:pPr algn="l"/>
            <a:endParaRPr lang="en-GB" sz="2200" dirty="0"/>
          </a:p>
        </p:txBody>
      </p:sp>
      <p:sp>
        <p:nvSpPr>
          <p:cNvPr id="13" name="TextBox 12">
            <a:extLst>
              <a:ext uri="{FF2B5EF4-FFF2-40B4-BE49-F238E27FC236}">
                <a16:creationId xmlns:a16="http://schemas.microsoft.com/office/drawing/2014/main" id="{E2139A99-734D-492D-A2B4-ABC6F3A46758}"/>
              </a:ext>
            </a:extLst>
          </p:cNvPr>
          <p:cNvSpPr txBox="1"/>
          <p:nvPr/>
        </p:nvSpPr>
        <p:spPr>
          <a:xfrm>
            <a:off x="10292114" y="5149496"/>
            <a:ext cx="5583131" cy="553998"/>
          </a:xfrm>
          <a:prstGeom prst="rect">
            <a:avLst/>
          </a:prstGeom>
          <a:noFill/>
        </p:spPr>
        <p:txBody>
          <a:bodyPr wrap="none" rtlCol="0">
            <a:spAutoFit/>
          </a:bodyPr>
          <a:lstStyle/>
          <a:p>
            <a:r>
              <a:rPr lang="en-GB" sz="3000" b="1" dirty="0"/>
              <a:t>Design, Implementation &amp; Testing</a:t>
            </a:r>
          </a:p>
        </p:txBody>
      </p:sp>
      <p:sp>
        <p:nvSpPr>
          <p:cNvPr id="14" name="Title 1">
            <a:extLst>
              <a:ext uri="{FF2B5EF4-FFF2-40B4-BE49-F238E27FC236}">
                <a16:creationId xmlns:a16="http://schemas.microsoft.com/office/drawing/2014/main" id="{29471E64-3B9C-4ECE-8C5C-623E3B8AA5F1}"/>
              </a:ext>
            </a:extLst>
          </p:cNvPr>
          <p:cNvSpPr txBox="1">
            <a:spLocks/>
          </p:cNvSpPr>
          <p:nvPr/>
        </p:nvSpPr>
        <p:spPr>
          <a:xfrm>
            <a:off x="20829576" y="5152021"/>
            <a:ext cx="8823076" cy="7845028"/>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Key requirements:</a:t>
            </a:r>
          </a:p>
          <a:p>
            <a:pPr algn="l"/>
            <a:endParaRPr lang="en-GB" sz="2400" dirty="0"/>
          </a:p>
          <a:p>
            <a:pPr algn="l"/>
            <a:r>
              <a:rPr lang="en-GB" sz="2200" dirty="0"/>
              <a:t>Functional</a:t>
            </a:r>
          </a:p>
          <a:p>
            <a:pPr marL="457200" indent="-457200" algn="l">
              <a:buFont typeface="Arial" panose="020B0604020202020204" pitchFamily="34" charset="0"/>
              <a:buChar char="•"/>
            </a:pPr>
            <a:r>
              <a:rPr lang="en-GB" sz="2200" dirty="0"/>
              <a:t>The system must allow users to upload CVs and job descriptions</a:t>
            </a:r>
          </a:p>
          <a:p>
            <a:pPr marL="457200" indent="-457200" algn="l">
              <a:buFont typeface="Arial" panose="020B0604020202020204" pitchFamily="34" charset="0"/>
              <a:buChar char="•"/>
            </a:pPr>
            <a:r>
              <a:rPr lang="en-GB" sz="2200" dirty="0"/>
              <a:t>The system must extract and index relevant document content</a:t>
            </a:r>
          </a:p>
          <a:p>
            <a:pPr marL="457200" indent="-457200" algn="l">
              <a:buFont typeface="Arial" panose="020B0604020202020204" pitchFamily="34" charset="0"/>
              <a:buChar char="•"/>
            </a:pPr>
            <a:r>
              <a:rPr lang="en-GB" sz="2200" dirty="0"/>
              <a:t>The system must match CV skills against job requirements</a:t>
            </a:r>
          </a:p>
          <a:p>
            <a:pPr marL="457200" indent="-457200" algn="l">
              <a:buFont typeface="Arial" panose="020B0604020202020204" pitchFamily="34" charset="0"/>
              <a:buChar char="•"/>
            </a:pPr>
            <a:r>
              <a:rPr lang="en-GB" sz="2200" dirty="0"/>
              <a:t>The system should generate tailored feedback and suggestions</a:t>
            </a:r>
          </a:p>
          <a:p>
            <a:pPr marL="457200" indent="-457200" algn="l">
              <a:buFont typeface="Arial" panose="020B0604020202020204" pitchFamily="34" charset="0"/>
              <a:buChar char="•"/>
            </a:pPr>
            <a:r>
              <a:rPr lang="en-GB" sz="2200" dirty="0"/>
              <a:t>The system should support conversational interaction with the AI agent</a:t>
            </a:r>
          </a:p>
          <a:p>
            <a:pPr algn="l"/>
            <a:endParaRPr lang="en-GB" sz="2200" dirty="0"/>
          </a:p>
          <a:p>
            <a:pPr algn="l"/>
            <a:r>
              <a:rPr lang="en-GB" sz="2200" dirty="0"/>
              <a:t>Non-functional</a:t>
            </a:r>
          </a:p>
          <a:p>
            <a:pPr marL="457200" indent="-457200" algn="l">
              <a:buFont typeface="Arial" panose="020B0604020202020204" pitchFamily="34" charset="0"/>
              <a:buChar char="•"/>
            </a:pPr>
            <a:r>
              <a:rPr lang="en-GB" sz="2200" dirty="0"/>
              <a:t>The system must ensure data privacy for uploaded documents</a:t>
            </a:r>
          </a:p>
          <a:p>
            <a:pPr marL="457200" indent="-457200" algn="l">
              <a:buFont typeface="Arial" panose="020B0604020202020204" pitchFamily="34" charset="0"/>
              <a:buChar char="•"/>
            </a:pPr>
            <a:r>
              <a:rPr lang="en-GB" sz="2200" dirty="0"/>
              <a:t>The system must provide responses grounded in retrieved documents</a:t>
            </a:r>
          </a:p>
          <a:p>
            <a:pPr marL="457200" indent="-457200" algn="l">
              <a:buFont typeface="Arial" panose="020B0604020202020204" pitchFamily="34" charset="0"/>
              <a:buChar char="•"/>
            </a:pPr>
            <a:r>
              <a:rPr lang="en-GB" sz="2200" dirty="0"/>
              <a:t>The system should be modular and extensible</a:t>
            </a:r>
          </a:p>
          <a:p>
            <a:pPr marL="457200" indent="-457200" algn="l">
              <a:buFont typeface="Arial" panose="020B0604020202020204" pitchFamily="34" charset="0"/>
              <a:buChar char="•"/>
            </a:pPr>
            <a:r>
              <a:rPr lang="en-GB" sz="2200" dirty="0"/>
              <a:t>The system should produce responses within reasonable time limits</a:t>
            </a:r>
          </a:p>
        </p:txBody>
      </p:sp>
      <p:sp>
        <p:nvSpPr>
          <p:cNvPr id="15" name="TextBox 14">
            <a:extLst>
              <a:ext uri="{FF2B5EF4-FFF2-40B4-BE49-F238E27FC236}">
                <a16:creationId xmlns:a16="http://schemas.microsoft.com/office/drawing/2014/main" id="{9F5ED70B-CEA5-47FA-AEAC-03AF27505209}"/>
              </a:ext>
            </a:extLst>
          </p:cNvPr>
          <p:cNvSpPr txBox="1"/>
          <p:nvPr/>
        </p:nvSpPr>
        <p:spPr>
          <a:xfrm>
            <a:off x="10306417" y="5634619"/>
            <a:ext cx="2273058" cy="523220"/>
          </a:xfrm>
          <a:prstGeom prst="rect">
            <a:avLst/>
          </a:prstGeom>
          <a:noFill/>
        </p:spPr>
        <p:txBody>
          <a:bodyPr wrap="none" rtlCol="0">
            <a:spAutoFit/>
          </a:bodyPr>
          <a:lstStyle/>
          <a:p>
            <a:r>
              <a:rPr lang="en-GB" sz="2800" dirty="0"/>
              <a:t>State </a:t>
            </a:r>
            <a:r>
              <a:rPr lang="en-GB" sz="2800" i="1" dirty="0"/>
              <a:t>Diagram</a:t>
            </a:r>
          </a:p>
        </p:txBody>
      </p:sp>
      <p:sp>
        <p:nvSpPr>
          <p:cNvPr id="17" name="TextBox 16">
            <a:extLst>
              <a:ext uri="{FF2B5EF4-FFF2-40B4-BE49-F238E27FC236}">
                <a16:creationId xmlns:a16="http://schemas.microsoft.com/office/drawing/2014/main" id="{8031F712-8648-4AFF-9A6D-FCBF70730BEB}"/>
              </a:ext>
            </a:extLst>
          </p:cNvPr>
          <p:cNvSpPr txBox="1"/>
          <p:nvPr/>
        </p:nvSpPr>
        <p:spPr>
          <a:xfrm>
            <a:off x="10306417" y="13234366"/>
            <a:ext cx="3877023" cy="523220"/>
          </a:xfrm>
          <a:prstGeom prst="rect">
            <a:avLst/>
          </a:prstGeom>
          <a:noFill/>
        </p:spPr>
        <p:txBody>
          <a:bodyPr wrap="none" rtlCol="0">
            <a:spAutoFit/>
          </a:bodyPr>
          <a:lstStyle/>
          <a:p>
            <a:r>
              <a:rPr lang="en-GB" sz="2800" i="1" dirty="0"/>
              <a:t>Implementation artefacts</a:t>
            </a:r>
          </a:p>
        </p:txBody>
      </p:sp>
      <p:sp>
        <p:nvSpPr>
          <p:cNvPr id="18" name="Title 1">
            <a:extLst>
              <a:ext uri="{FF2B5EF4-FFF2-40B4-BE49-F238E27FC236}">
                <a16:creationId xmlns:a16="http://schemas.microsoft.com/office/drawing/2014/main" id="{CC83C7AB-E1BB-4B82-A1F9-C20A7B903A89}"/>
              </a:ext>
            </a:extLst>
          </p:cNvPr>
          <p:cNvSpPr txBox="1">
            <a:spLocks/>
          </p:cNvSpPr>
          <p:nvPr/>
        </p:nvSpPr>
        <p:spPr>
          <a:xfrm>
            <a:off x="10292114" y="13763211"/>
            <a:ext cx="8442263" cy="2852309"/>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2400" dirty="0"/>
              <a:t>Class Diagram</a:t>
            </a:r>
          </a:p>
        </p:txBody>
      </p:sp>
      <p:sp>
        <p:nvSpPr>
          <p:cNvPr id="19" name="Title 1">
            <a:extLst>
              <a:ext uri="{FF2B5EF4-FFF2-40B4-BE49-F238E27FC236}">
                <a16:creationId xmlns:a16="http://schemas.microsoft.com/office/drawing/2014/main" id="{5B50A179-7B9A-4987-A17A-B2BA2FD57E22}"/>
              </a:ext>
            </a:extLst>
          </p:cNvPr>
          <p:cNvSpPr txBox="1">
            <a:spLocks/>
          </p:cNvSpPr>
          <p:nvPr/>
        </p:nvSpPr>
        <p:spPr>
          <a:xfrm>
            <a:off x="20804465" y="12305064"/>
            <a:ext cx="8823076" cy="3343744"/>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Planning and Management:</a:t>
            </a:r>
            <a:br>
              <a:rPr lang="en-GB" sz="3000" dirty="0"/>
            </a:br>
            <a:r>
              <a:rPr lang="en-GB" sz="2200" dirty="0"/>
              <a:t>The project follows milestones: requirements analysis, research, system design, implementation, testing, and evaluation. Progress is traced using a project timeline and weekly objectives to manage and ensure deliverables are met within the schedule</a:t>
            </a:r>
            <a:br>
              <a:rPr lang="en-GB" sz="3000" dirty="0"/>
            </a:br>
            <a:endParaRPr lang="en-GB" sz="3000" dirty="0"/>
          </a:p>
        </p:txBody>
      </p:sp>
      <p:sp>
        <p:nvSpPr>
          <p:cNvPr id="20" name="Title 1">
            <a:extLst>
              <a:ext uri="{FF2B5EF4-FFF2-40B4-BE49-F238E27FC236}">
                <a16:creationId xmlns:a16="http://schemas.microsoft.com/office/drawing/2014/main" id="{D8D1FE95-39F4-4D38-B2EF-53232BFBC6D7}"/>
              </a:ext>
            </a:extLst>
          </p:cNvPr>
          <p:cNvSpPr txBox="1">
            <a:spLocks/>
          </p:cNvSpPr>
          <p:nvPr/>
        </p:nvSpPr>
        <p:spPr>
          <a:xfrm>
            <a:off x="20829576" y="16615520"/>
            <a:ext cx="8823076" cy="3343744"/>
          </a:xfrm>
          <a:prstGeom prst="rect">
            <a:avLst/>
          </a:prstGeom>
        </p:spPr>
        <p:txBody>
          <a:bodyPr vert="horz" lIns="91440" tIns="45720" rIns="91440" bIns="45720" rtlCol="0" anchor="t">
            <a:normAutofit fontScale="62500" lnSpcReduction="20000"/>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References:</a:t>
            </a:r>
            <a:br>
              <a:rPr lang="en-GB" sz="3000" dirty="0"/>
            </a:br>
            <a:br>
              <a:rPr lang="en-GB" sz="3000" dirty="0"/>
            </a:br>
            <a:r>
              <a:rPr lang="en-US" sz="3400" dirty="0"/>
              <a:t>Anon (2025) </a:t>
            </a:r>
            <a:r>
              <a:rPr lang="en-US" sz="3400" i="1" dirty="0"/>
              <a:t>Proceedings of the 2025 ACM Conference on Fairness, Accountability, and Transparency</a:t>
            </a:r>
            <a:r>
              <a:rPr lang="en-US" sz="3400" dirty="0"/>
              <a:t>. Association for Computing Machinery.</a:t>
            </a:r>
            <a:br>
              <a:rPr lang="en-GB" sz="3400" dirty="0"/>
            </a:br>
            <a:br>
              <a:rPr lang="en-GB" sz="3400" dirty="0"/>
            </a:br>
            <a:r>
              <a:rPr lang="en-US" sz="3400" dirty="0" err="1"/>
              <a:t>Cios</a:t>
            </a:r>
            <a:r>
              <a:rPr lang="en-US" sz="3400" dirty="0"/>
              <a:t>, K. &amp; Shields, M. (1997) Advances in neural information processing systems 7. </a:t>
            </a:r>
            <a:r>
              <a:rPr lang="en-US" sz="3400" i="1" dirty="0"/>
              <a:t>Neurocomputing (Amsterdam)</a:t>
            </a:r>
            <a:r>
              <a:rPr lang="en-US" sz="3400" dirty="0"/>
              <a:t>. [Online] 16 (3), 263.</a:t>
            </a:r>
            <a:br>
              <a:rPr lang="en-US" sz="3400" dirty="0"/>
            </a:br>
            <a:br>
              <a:rPr lang="en-GB" sz="3400" dirty="0"/>
            </a:br>
            <a:r>
              <a:rPr lang="en-US" sz="3400" dirty="0"/>
              <a:t>Gheorghiu, A. (2024) </a:t>
            </a:r>
            <a:r>
              <a:rPr lang="en-US" sz="3400" i="1" dirty="0"/>
              <a:t>Building Data-Driven Applications with </a:t>
            </a:r>
            <a:r>
              <a:rPr lang="en-US" sz="3400" i="1" dirty="0" err="1"/>
              <a:t>LlamaIndex</a:t>
            </a:r>
            <a:r>
              <a:rPr lang="en-US" sz="3400" i="1" dirty="0"/>
              <a:t>: A practical guide to retrieval-augmented generation (RAG) to enhance LLM applications</a:t>
            </a:r>
            <a:r>
              <a:rPr lang="en-US" sz="3400" dirty="0"/>
              <a:t>. 1st edition. [Online]. Birmingham, England: </a:t>
            </a:r>
            <a:r>
              <a:rPr lang="en-US" sz="3400" dirty="0" err="1"/>
              <a:t>Packt</a:t>
            </a:r>
            <a:r>
              <a:rPr lang="en-US" sz="3400" dirty="0"/>
              <a:t> Publishing.</a:t>
            </a:r>
            <a:br>
              <a:rPr lang="en-US" sz="3200" dirty="0"/>
            </a:br>
            <a:endParaRPr lang="en-GB" sz="3000" dirty="0"/>
          </a:p>
        </p:txBody>
      </p:sp>
      <p:cxnSp>
        <p:nvCxnSpPr>
          <p:cNvPr id="21" name="Straight Connector 20">
            <a:extLst>
              <a:ext uri="{FF2B5EF4-FFF2-40B4-BE49-F238E27FC236}">
                <a16:creationId xmlns:a16="http://schemas.microsoft.com/office/drawing/2014/main" id="{55B411E9-4872-4190-BCE2-7FC82A022711}"/>
              </a:ext>
            </a:extLst>
          </p:cNvPr>
          <p:cNvCxnSpPr>
            <a:cxnSpLocks/>
          </p:cNvCxnSpPr>
          <p:nvPr/>
        </p:nvCxnSpPr>
        <p:spPr>
          <a:xfrm>
            <a:off x="10097451" y="5006048"/>
            <a:ext cx="0" cy="15763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094C917-028B-4D9F-9148-8DFC6520CD1F}"/>
              </a:ext>
            </a:extLst>
          </p:cNvPr>
          <p:cNvCxnSpPr>
            <a:cxnSpLocks/>
          </p:cNvCxnSpPr>
          <p:nvPr/>
        </p:nvCxnSpPr>
        <p:spPr>
          <a:xfrm>
            <a:off x="20469357" y="5021914"/>
            <a:ext cx="0" cy="1576389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itle 1">
            <a:extLst>
              <a:ext uri="{FF2B5EF4-FFF2-40B4-BE49-F238E27FC236}">
                <a16:creationId xmlns:a16="http://schemas.microsoft.com/office/drawing/2014/main" id="{CC7AA43E-169E-4584-BD61-1564EB886BA4}"/>
              </a:ext>
            </a:extLst>
          </p:cNvPr>
          <p:cNvSpPr txBox="1">
            <a:spLocks/>
          </p:cNvSpPr>
          <p:nvPr/>
        </p:nvSpPr>
        <p:spPr>
          <a:xfrm>
            <a:off x="26197545" y="2250384"/>
            <a:ext cx="3950320" cy="747536"/>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endParaRPr lang="en-GB" sz="2400" dirty="0"/>
          </a:p>
        </p:txBody>
      </p:sp>
      <p:sp>
        <p:nvSpPr>
          <p:cNvPr id="25" name="TextBox 24">
            <a:extLst>
              <a:ext uri="{FF2B5EF4-FFF2-40B4-BE49-F238E27FC236}">
                <a16:creationId xmlns:a16="http://schemas.microsoft.com/office/drawing/2014/main" id="{4D204FDE-6B7C-493E-B33F-71E6F2C28506}"/>
              </a:ext>
            </a:extLst>
          </p:cNvPr>
          <p:cNvSpPr txBox="1"/>
          <p:nvPr/>
        </p:nvSpPr>
        <p:spPr>
          <a:xfrm>
            <a:off x="20829576" y="9919144"/>
            <a:ext cx="1206677" cy="523220"/>
          </a:xfrm>
          <a:prstGeom prst="rect">
            <a:avLst/>
          </a:prstGeom>
          <a:noFill/>
        </p:spPr>
        <p:txBody>
          <a:bodyPr wrap="none" rtlCol="0">
            <a:spAutoFit/>
          </a:bodyPr>
          <a:lstStyle/>
          <a:p>
            <a:r>
              <a:rPr lang="en-GB" sz="2800" i="1" dirty="0"/>
              <a:t>Testing</a:t>
            </a:r>
          </a:p>
        </p:txBody>
      </p:sp>
      <p:sp>
        <p:nvSpPr>
          <p:cNvPr id="26" name="Title 1">
            <a:extLst>
              <a:ext uri="{FF2B5EF4-FFF2-40B4-BE49-F238E27FC236}">
                <a16:creationId xmlns:a16="http://schemas.microsoft.com/office/drawing/2014/main" id="{E7B24A34-D6DD-4B29-ACC3-A1E122AA648B}"/>
              </a:ext>
            </a:extLst>
          </p:cNvPr>
          <p:cNvSpPr txBox="1">
            <a:spLocks/>
          </p:cNvSpPr>
          <p:nvPr/>
        </p:nvSpPr>
        <p:spPr>
          <a:xfrm>
            <a:off x="20829576" y="10442364"/>
            <a:ext cx="8442263" cy="2179384"/>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2200" dirty="0"/>
              <a:t>Testing includes unit testing of document ingestion and retrieval components, integration testing of RAG pipeline, and qualitive evaluation of AI responses for relevance and correctness. Sample CVs and job descriptions are used to compare AI outputs with and without retrieval grounding</a:t>
            </a:r>
            <a:br>
              <a:rPr lang="en-GB" sz="2400" dirty="0"/>
            </a:br>
            <a:endParaRPr lang="en-GB" sz="2400" dirty="0"/>
          </a:p>
        </p:txBody>
      </p:sp>
      <p:pic>
        <p:nvPicPr>
          <p:cNvPr id="6" name="Picture 5">
            <a:extLst>
              <a:ext uri="{FF2B5EF4-FFF2-40B4-BE49-F238E27FC236}">
                <a16:creationId xmlns:a16="http://schemas.microsoft.com/office/drawing/2014/main" id="{FFF9F106-A2A2-5177-60BB-0EBC6CE92C76}"/>
              </a:ext>
            </a:extLst>
          </p:cNvPr>
          <p:cNvPicPr>
            <a:picLocks noChangeAspect="1"/>
          </p:cNvPicPr>
          <p:nvPr/>
        </p:nvPicPr>
        <p:blipFill>
          <a:blip r:embed="rId3"/>
          <a:stretch>
            <a:fillRect/>
          </a:stretch>
        </p:blipFill>
        <p:spPr>
          <a:xfrm>
            <a:off x="11285068" y="6188617"/>
            <a:ext cx="7996673" cy="6759998"/>
          </a:xfrm>
          <a:prstGeom prst="rect">
            <a:avLst/>
          </a:prstGeom>
        </p:spPr>
      </p:pic>
      <p:pic>
        <p:nvPicPr>
          <p:cNvPr id="4" name="Picture 3">
            <a:extLst>
              <a:ext uri="{FF2B5EF4-FFF2-40B4-BE49-F238E27FC236}">
                <a16:creationId xmlns:a16="http://schemas.microsoft.com/office/drawing/2014/main" id="{92B5BA05-24C0-E3C6-8957-F56FA861EF18}"/>
              </a:ext>
            </a:extLst>
          </p:cNvPr>
          <p:cNvPicPr>
            <a:picLocks noChangeAspect="1"/>
          </p:cNvPicPr>
          <p:nvPr/>
        </p:nvPicPr>
        <p:blipFill>
          <a:blip r:embed="rId4"/>
          <a:stretch>
            <a:fillRect/>
          </a:stretch>
        </p:blipFill>
        <p:spPr>
          <a:xfrm>
            <a:off x="11660904" y="14566557"/>
            <a:ext cx="7078063" cy="6230219"/>
          </a:xfrm>
          <a:prstGeom prst="rect">
            <a:avLst/>
          </a:prstGeom>
        </p:spPr>
      </p:pic>
      <p:pic>
        <p:nvPicPr>
          <p:cNvPr id="3" name="Picture 2">
            <a:extLst>
              <a:ext uri="{FF2B5EF4-FFF2-40B4-BE49-F238E27FC236}">
                <a16:creationId xmlns:a16="http://schemas.microsoft.com/office/drawing/2014/main" id="{14332D7B-4B1B-A567-0704-25D936F7EC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04465" y="14108669"/>
            <a:ext cx="9008472" cy="1862488"/>
          </a:xfrm>
          <a:prstGeom prst="rect">
            <a:avLst/>
          </a:prstGeom>
        </p:spPr>
      </p:pic>
      <p:sp>
        <p:nvSpPr>
          <p:cNvPr id="5" name="TextBox 4">
            <a:extLst>
              <a:ext uri="{FF2B5EF4-FFF2-40B4-BE49-F238E27FC236}">
                <a16:creationId xmlns:a16="http://schemas.microsoft.com/office/drawing/2014/main" id="{DB07AB49-D96C-B7A9-CA23-2E8B3C4C4734}"/>
              </a:ext>
            </a:extLst>
          </p:cNvPr>
          <p:cNvSpPr txBox="1"/>
          <p:nvPr/>
        </p:nvSpPr>
        <p:spPr>
          <a:xfrm>
            <a:off x="26302940" y="2065718"/>
            <a:ext cx="4058285" cy="369332"/>
          </a:xfrm>
          <a:prstGeom prst="rect">
            <a:avLst/>
          </a:prstGeom>
          <a:noFill/>
        </p:spPr>
        <p:txBody>
          <a:bodyPr wrap="square">
            <a:spAutoFit/>
          </a:bodyPr>
          <a:lstStyle/>
          <a:p>
            <a:r>
              <a:rPr lang="en-GB" sz="1800" dirty="0"/>
              <a:t>A QR Code link to my video submission</a:t>
            </a:r>
          </a:p>
        </p:txBody>
      </p:sp>
      <p:pic>
        <p:nvPicPr>
          <p:cNvPr id="22" name="Picture 21">
            <a:extLst>
              <a:ext uri="{FF2B5EF4-FFF2-40B4-BE49-F238E27FC236}">
                <a16:creationId xmlns:a16="http://schemas.microsoft.com/office/drawing/2014/main" id="{F3923FB3-D74E-8745-CE7B-159D863784BB}"/>
              </a:ext>
            </a:extLst>
          </p:cNvPr>
          <p:cNvPicPr>
            <a:picLocks noChangeAspect="1"/>
          </p:cNvPicPr>
          <p:nvPr/>
        </p:nvPicPr>
        <p:blipFill>
          <a:blip r:embed="rId6"/>
          <a:stretch>
            <a:fillRect/>
          </a:stretch>
        </p:blipFill>
        <p:spPr>
          <a:xfrm>
            <a:off x="27310572" y="368467"/>
            <a:ext cx="1724266" cy="1590897"/>
          </a:xfrm>
          <a:prstGeom prst="rect">
            <a:avLst/>
          </a:prstGeom>
        </p:spPr>
      </p:pic>
    </p:spTree>
    <p:extLst>
      <p:ext uri="{BB962C8B-B14F-4D97-AF65-F5344CB8AC3E}">
        <p14:creationId xmlns:p14="http://schemas.microsoft.com/office/powerpoint/2010/main" val="352767613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482</TotalTime>
  <Words>553</Words>
  <Application>Microsoft Office PowerPoint</Application>
  <PresentationFormat>Custom</PresentationFormat>
  <Paragraphs>42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Research:  Automated recruitment and CV screening systems are often criticised for limited transparency, fairness and accountability. While traditional ML models perform well in document classification, they typically operate as black boxes, reducing interpretability and trust. Recent advances in RAG address these issues by grounding model outputs in retrieved documents. Frameworks such as LlamaIndex support structured document ingestion and retrieval, enabling more transparent and data driven recruitment systems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A short summary of your research providing key related works;  Be critical. Use appropriate citation. </dc:title>
  <dc:creator>Theo Spyridopoulos</dc:creator>
  <cp:lastModifiedBy>Duy Anh Trần</cp:lastModifiedBy>
  <cp:revision>11</cp:revision>
  <dcterms:created xsi:type="dcterms:W3CDTF">2017-09-14T11:34:59Z</dcterms:created>
  <dcterms:modified xsi:type="dcterms:W3CDTF">2026-02-02T14:32:17Z</dcterms:modified>
</cp:coreProperties>
</file>